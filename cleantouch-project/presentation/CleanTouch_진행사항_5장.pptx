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698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처음에는 쇼츠 위 상품 정보가 옷이나 중요한 장면을 가리는 불편에서 출발했습니다. 정보를 계속 보여주지 않고 사용자가 궁금한 순간에만 상품을 찾는 것을 목표로 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처음에는 영상 서비스가 SDK를 설치하는 방식을 생각했습니다. 하지만 유튜브나 인스타그램을 외부에서 수정할 수 없었습니다. 그래서 Android 화면 공유와 플로팅 버튼을 이용해 사용자가 직접 현재 화면을 스캔하는 방식으로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현재는 실제 Android 앱과 검색 서버가 연결되어 있습니다. 전체 화면 공유를 허용한 뒤 다른 앱에서 버튼을 누르면 한 화면을 캡처하고, 확대된 상품 영역을 AI가 분석해 쇼핑 검색으로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작은 가방을 검정색 미니 숄더백 계열로 인식했습니다. 테스트하면서 결과 없음, 화면 회전, 무료 한도, 이미지 메모리 문제를 발견해 수정했습니다. 서버 테스트 16개, Android 빌드와 린트도 통과했습니다.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실제 동작하는 Android 시제품과 검색 서버까지 완성했습니다. 다음은 가방 카테고리와 실제 쇼츠를 이용해 정확도와 사용자 반응을 검증하고, 클라우드 서버와 상품 DB 파트너로 연결하는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 · PROJECT PROGRESS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9006840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472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6104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60736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75720" y="3017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8046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출발 — 영상은 가리지 않고, 상품은 쉽게 찾기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85216" y="144475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쇼츠 영상의 상품 정보가 화면을 가리는 불편에서 시작했습니다.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6547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1AF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</a:t>
            </a:r>
            <a:endParaRPr lang="en-US" sz="700" dirty="0"/>
          </a:p>
        </p:txBody>
      </p:sp>
      <p:pic>
        <p:nvPicPr>
          <p:cNvPr id="12" name="Image 0" descr="C:\Users\first2000\practice-board\idea\cleantouch-product-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93392"/>
            <a:ext cx="4892040" cy="27523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1792" y="201168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395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550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발견한 문제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299923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상품명·가격·링크가 영상 내용을 가림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정보가 없으면 영상 속 상품을 직접 찾기 어려움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사용자가 궁금할 때만 정보가 필요함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4736592"/>
            <a:ext cx="4892040" cy="475488"/>
          </a:xfrm>
          <a:prstGeom prst="roundRect">
            <a:avLst>
              <a:gd name="adj" fmla="val 13462"/>
            </a:avLst>
          </a:prstGeom>
          <a:solidFill>
            <a:srgbClr val="DFF8FC"/>
          </a:solidFill>
          <a:ln w="12700">
            <a:solidFill>
              <a:srgbClr val="DFF8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48920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 |  사용자가 원하는 순간에만 상품 정보를 연결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 · PROJECT PROGRESS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9006840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472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6104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60736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75720" y="3017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8046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현실성 검토 — SDK에서 사용자 스캔 앱으로 방향 수정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85216" y="144475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YouTube와 Instagram의 플레이어를 외부에서 수정할 수 없다는 한계를 반영했습니다.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6547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1AF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58368" y="205740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1720"/>
            <a:ext cx="530352" cy="530352"/>
          </a:xfrm>
          <a:prstGeom prst="ellipse">
            <a:avLst/>
          </a:prstGeom>
          <a:solidFill>
            <a:srgbClr val="6550B6"/>
          </a:solidFill>
          <a:ln w="12700">
            <a:solidFill>
              <a:srgbClr val="6550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50545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618488" y="23500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18488" y="2889504"/>
            <a:ext cx="352044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속 상품을 직접 터치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서비스가 SDK를 설치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위치와 정보를 사전 등록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50992" y="3172968"/>
            <a:ext cx="822960" cy="960120"/>
          </a:xfrm>
          <a:prstGeom prst="chevron">
            <a:avLst/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205740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0A1A20"/>
          </a:solidFill>
          <a:ln w="12700">
            <a:solidFill>
              <a:srgbClr val="0A1A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76872" y="2331720"/>
            <a:ext cx="530352" cy="530352"/>
          </a:xfrm>
          <a:prstGeom prst="ellipse">
            <a:avLst/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0024" y="250545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93699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방식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36992" y="28803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5E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플로팅 버튼으로 실행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5E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화면 한 장을 AI로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5E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상품 위치를 직접 보정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50608" y="47365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C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플랫폼이 설치해야 하는 기능  →  사용자가 직접 실행하는 서비스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 · PROJECT PROGRESS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9006840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472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6104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60736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75720" y="3017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8046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진행 — 실제 Android 앱과 검색 서버 구현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85216" y="144475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시제품에서 시작해 다른 앱 위에서 동작하는 네이티브 앱까지 만들었습니다.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6547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1AF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237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4088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시작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584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전체 화면 공유 승인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532888" y="3063240"/>
            <a:ext cx="228600" cy="475488"/>
          </a:xfrm>
          <a:prstGeom prst="chevron">
            <a:avLst/>
          </a:prstGeom>
          <a:solidFill>
            <a:srgbClr val="6E7F86"/>
          </a:solidFill>
          <a:ln w="12700">
            <a:solidFill>
              <a:srgbClr val="6E7F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43784" y="224028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25237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44952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플로팅 버튼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44952" y="3584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앱 위에서 이동·실행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873752" y="3063240"/>
            <a:ext cx="228600" cy="475488"/>
          </a:xfrm>
          <a:prstGeom prst="chevron">
            <a:avLst/>
          </a:prstGeom>
          <a:solidFill>
            <a:srgbClr val="6E7F86"/>
          </a:solidFill>
          <a:ln w="12700">
            <a:solidFill>
              <a:srgbClr val="6E7F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84648" y="224028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85816" y="25237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85816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85816" y="3584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누른 순간 한 화면만 생성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214616" y="3063240"/>
            <a:ext cx="228600" cy="475488"/>
          </a:xfrm>
          <a:prstGeom prst="chevron">
            <a:avLst/>
          </a:prstGeom>
          <a:solidFill>
            <a:srgbClr val="6E7F86"/>
          </a:solidFill>
          <a:ln w="12700">
            <a:solidFill>
              <a:srgbClr val="6E7F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25512" y="224028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25237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2668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검색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26680" y="3584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 상품 영역 특징 분석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9555480" y="3063240"/>
            <a:ext cx="228600" cy="475488"/>
          </a:xfrm>
          <a:prstGeom prst="chevron">
            <a:avLst/>
          </a:prstGeom>
          <a:solidFill>
            <a:srgbClr val="6E7F86"/>
          </a:solidFill>
          <a:ln w="12700">
            <a:solidFill>
              <a:srgbClr val="6E7F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66376" y="2240280"/>
            <a:ext cx="1965960" cy="2148840"/>
          </a:xfrm>
          <a:prstGeom prst="roundRect">
            <a:avLst>
              <a:gd name="adj" fmla="val 4651"/>
            </a:avLst>
          </a:prstGeom>
          <a:solidFill>
            <a:srgbClr val="0A1A20"/>
          </a:solidFill>
          <a:ln w="12700">
            <a:solidFill>
              <a:srgbClr val="0A1A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67544" y="25237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C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067544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연결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67544" y="3584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5E1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Naver·Google Shopping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261872" y="4956048"/>
            <a:ext cx="9646920" cy="694944"/>
          </a:xfrm>
          <a:prstGeom prst="roundRect">
            <a:avLst>
              <a:gd name="adj" fmla="val 10526"/>
            </a:avLst>
          </a:prstGeom>
          <a:solidFill>
            <a:srgbClr val="DFF8FC"/>
          </a:solidFill>
          <a:ln w="12700">
            <a:solidFill>
              <a:srgbClr val="DFF8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36192" y="5175504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구현  |  자동 인식 실패 시 위치 지정 · 작게/보통/넓게 확대 · 회전 대응 · 이미지 자동 삭제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 · PROJECT PROGRESS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9006840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472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6104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60736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338328"/>
            <a:ext cx="347472" cy="128016"/>
          </a:xfrm>
          <a:prstGeom prst="roundRect">
            <a:avLst>
              <a:gd name="adj" fmla="val 28571"/>
            </a:avLst>
          </a:prstGeom>
          <a:solidFill>
            <a:srgbClr val="D9E3E6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75720" y="3017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8046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수정 — 작은 가방 인식부터 오류 대응까지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85216" y="144475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기기에서 반복 사용하면서 발견한 문제를 수정했습니다.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6547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1AF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267712" cy="3977640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 w="12700">
            <a:solidFill>
              <a:srgbClr val="D9E3E6"/>
            </a:solidFill>
            <a:prstDash val="solid"/>
          </a:ln>
        </p:spPr>
      </p:sp>
      <p:pic>
        <p:nvPicPr>
          <p:cNvPr id="13" name="Image 0" descr="C:\Users\first2000\practice-board\artifacts\device-tests\scroll-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39696"/>
            <a:ext cx="1901952" cy="37673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273552" y="2011680"/>
            <a:ext cx="8275320" cy="3977640"/>
          </a:xfrm>
          <a:prstGeom prst="roundRect">
            <a:avLst>
              <a:gd name="adj" fmla="val 2989"/>
            </a:avLst>
          </a:prstGeom>
          <a:solidFill>
            <a:srgbClr val="FFFFFF"/>
          </a:solidFill>
          <a:ln w="12700">
            <a:solidFill>
              <a:srgbClr val="D9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9312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39312" y="27706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보이는 검은색 가방 → 검정색 미니 숄더백 계열 인식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639312" y="35478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없음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65192" y="35478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위치 지정 화면 자동 표시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7370064" y="35478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550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회전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695944" y="35478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유지·중복 AI 요청 방지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3639312" y="44805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8C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AI 한도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65192" y="44805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 err="1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80" dirty="0" err="1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장애와</a:t>
            </a: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구분해 안내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7370064" y="44805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550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검색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95944" y="44805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E7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이미지 메모리 정리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3639312" y="5367528"/>
            <a:ext cx="7150608" cy="384048"/>
          </a:xfrm>
          <a:prstGeom prst="roundRect">
            <a:avLst>
              <a:gd name="adj" fmla="val 14286"/>
            </a:avLst>
          </a:prstGeom>
          <a:solidFill>
            <a:srgbClr val="E5F8F2"/>
          </a:solidFill>
          <a:ln w="12700">
            <a:solidFill>
              <a:srgbClr val="E5F8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0" y="5486400"/>
            <a:ext cx="6748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8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완료  |  서버 자동 테스트 16개 · Android 빌드 성공 · 린트 오류 0개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38C9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CLEANTOUCH · CURRENT STATUS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상태와 다음 단계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6642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5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동작하는 시제품은 완성됐고, 이제 정확도와 사업성을 검증할 단계입니다.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2496312"/>
            <a:ext cx="3401568" cy="2816352"/>
          </a:xfrm>
          <a:prstGeom prst="roundRect">
            <a:avLst>
              <a:gd name="adj" fmla="val 3571"/>
            </a:avLst>
          </a:prstGeom>
          <a:solidFill>
            <a:srgbClr val="142B33"/>
          </a:solidFill>
          <a:ln w="12700">
            <a:solidFill>
              <a:srgbClr val="3551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816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완료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3E0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앱 v0.2.1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3E0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검색 서버 연결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3E0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지정·오류 대응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3E0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작은 상품 인식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16552" y="2496312"/>
            <a:ext cx="3401568" cy="2816352"/>
          </a:xfrm>
          <a:prstGeom prst="roundRect">
            <a:avLst>
              <a:gd name="adj" fmla="val 3571"/>
            </a:avLst>
          </a:prstGeom>
          <a:solidFill>
            <a:srgbClr val="142B33"/>
          </a:solidFill>
          <a:ln w="12700">
            <a:solidFill>
              <a:srgbClr val="3551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816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한계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0872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3E0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AI 사용량 제한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3E0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PC에서 서버 실행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3E0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동일 상품은 미확정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3E0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가격 DB 미연동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11312" y="2496312"/>
            <a:ext cx="3401568" cy="2816352"/>
          </a:xfrm>
          <a:prstGeom prst="roundRect">
            <a:avLst>
              <a:gd name="adj" fmla="val 3571"/>
            </a:avLst>
          </a:prstGeom>
          <a:solidFill>
            <a:srgbClr val="38C9DF"/>
          </a:solidFill>
          <a:ln w="12700">
            <a:solidFill>
              <a:srgbClr val="38C9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2816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진행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85632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 </a:t>
            </a:r>
            <a:r>
              <a:rPr lang="en-US" sz="1050" dirty="0" err="1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r>
              <a:rPr lang="en-US" sz="105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쇼츠</a:t>
            </a:r>
            <a:r>
              <a:rPr lang="en-US" sz="105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20~50명 검증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클라우드 서버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2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상품 DB 파트너 연결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1600" y="580644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“사용자가 원하는 순간에만 상품 정보와 자연스럽게 연결한다.”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555</Words>
  <Application>Microsoft Office PowerPoint</Application>
  <PresentationFormat>와이드스크린</PresentationFormat>
  <Paragraphs>93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CleanTouch 진행사항 발표</dc:title>
  <dc:subject>CleanTouch 프로젝트 진행사항</dc:subject>
  <dc:creator>CleanTouch Project</dc:creator>
  <cp:lastModifiedBy>first2000</cp:lastModifiedBy>
  <cp:revision>2</cp:revision>
  <dcterms:created xsi:type="dcterms:W3CDTF">2026-09-22T05:32:15Z</dcterms:created>
  <dcterms:modified xsi:type="dcterms:W3CDTF">2026-09-22T05:39:59Z</dcterms:modified>
</cp:coreProperties>
</file>