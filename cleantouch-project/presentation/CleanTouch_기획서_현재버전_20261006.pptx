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 사용자는 API 키 발급 없이 이용한다. 구매 연결은 검색·판매처 탐색이며 앱 내 자동 결제는 아니다.
근거: 현재 package.json, Android build.gradle.kts, CHAT-MODES-RELEASE.md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표지·목차 포함 14장. 기능 소개와 검증 상태를 함께 제시한다.
근거: 현재 기획서 구성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 확인과 검색을 돕는 제품이다. 정확한 모델·동일 상품·주소를 항상 확정하는 서비스로 표현하지 않는다.
근거: 사용자 요구 및 현재 기능 범위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터치 윤곽 추출은 구현됐으나 최신 에뮬레이터 시험에서 시간 초과가 발생했다. 직접 영역 선택 → 실제 상품 AI → 쇼핑 버튼 경로는 통과했다. 외부 검색·판매 페이지에서는 화면이 전환된다.
근거: CHAT-MODES-RELEASE.md, MainActivity.kt, PlaceChatActivity.kt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스캔 세션 밖의 과거 영상까지 분석하지 않는다. 일정 간격 수집 사이의 짧은 등장은 놓칠 수 있다. 중복 제거는 유사도 기반이며 완전한 동일 상품 식별을 보장하지 않는다.
근거: renderer.js, FloatingScanService.kt, ScanSessionStore.kt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인식 API는 신뢰도가 낮으면 검색어와 쇼핑 링크를 비운다. 서버에서 쇼핑 검색어를 표시 이름과 동일하게 제한한다. 챗봇은 실시간 판매 검색 결과를 읽는 구매 에이전트가 아니다.
근거: place-provider.ts identifyProduct, place-chat.js, PlaceChatRepository.kt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모바일 영상 경계를 확실하게 찾지 못하면 로컬 영역 확인을 먼저 거친다. 지도 링크는 후보명 검색이며 주소가 검증됐다는 의미가 아니다.
근거: PlaceChatActivity.kt, VideoFrameCropper.kt, place-provider.ts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최근 외부 Google Lens 업로드 검증에서 HTTP 502가 발생했다. Lens 연결 구현과 검색 결과 도달 성공을 구분한다. 상품 AI와 쇼핑 링크는 별도로 검증됐다.
근거: PRODUCT-AI-RELEASE.md, LensSearchActivity.kt, place-provider.ts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화면 OCR·미디어 세션 및 Android 로컬 OCR·타임라인 로직이 구현돼 있다. 연속 장면 수집은 성능과 메모리를 고려한 후속 개선이다.
근거: WatchTimeline.kt, ScreenPlaybackObserver.kt, watch-timeline.js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Netlify 중계가 공개 배포됐다. 무료 호스팅·AI 서비스는 무제한 운영을 의미하지 않으며 운영자 사용량과 제공자 한도를 관리해야 한다. 현재 서버 사용량 제한은 전역 영속 예산 장치가 아니므로 추가 보완이 필요하다. 개인 키 입력은 일반 사용자 흐름에 없다.
근거: Netlify place-chat.mjs, chat-endpoint.json, BuildConfig PLACE_CHAT_URL, 배포 검증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최신 UI 통합 검증에는 모의 IPC가 사용됐고, 앞선 공개 중계의 실제 상품·후속 대화 검증 기록이 있다. Lens 외부 서비스 성공을 이 테스트 결과로 대체하지 않는다.
근거: test/place-chat.cjs, pc-product-ai.json, CHAT-MODES-RELEASE.md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16 에뮬레이터의 직접 영역 선택 기반 상품 분석 시험이 44.025초에 1개 통과했다. 이전 Lens→상품 챗봇 후속 질문은 별도로 검증됐으며 현재 자동 터치 윤곽은 통과 결과가 없다. 과거 A15 종료 증상 해결을 확정하지 않는다.
근거: ProductSearchTest.kt, CHAT-MODES-RELEASE.md, APK aapt2·키 검사 결과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Lens 502와 모바일 자동 윤곽 시간 초과는 남은 이슈다. 상품 AI·직접 영역 선택·쇼핑·챗봇 전환은 독립적인 검증 결과로 관리한다.
근거: 현재 소스 및 검증 기록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기간·성능·비용 목표를 임의로 약속하지 않는다. 현재 사용자 우선순위는 모바일 중심의 쉬운 선택과 구매 탐색이다.
근거: 사용자 요구 및 현재 미해결 검증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서비스 기획서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상품과 장소를 선택하고, AI와 대화하며 탐색하는 서비스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보던 영상에서 발견하고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묻고, 상품을 찾다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85800" y="4069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DF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위젯 → 상품 선택 → AI 대화 → 이미지·쇼핑 검색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우선 · Windows 지원 · 상품 분석 + 장소 분석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0.1.26  /  Android 0.4.8  |  2026.10.06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목표부터 현재 구현과 다음 개선 과제까지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11018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037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17904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목표와 사용 흐름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50992" y="2231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 · 현재 화면 · 모두 분석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788920"/>
            <a:ext cx="11018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16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7904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상품·장소 AI 챗봇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50992" y="2944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정보 · 장소 단서 · 추가 질문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502152"/>
            <a:ext cx="11018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630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7904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연결과 운영 구조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50992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 · 쇼핑 검색 · 기기 내 AI + Gemini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215384"/>
            <a:ext cx="11018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17904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PC·모바일 구현과 검증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50992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버전 · 확인된 동작 · 검증 한계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928616"/>
            <a:ext cx="11018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0566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17904" y="5065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우선순위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50992" y="5084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안정성 · 윤곽 정확도 · 구매 편의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SERVICE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목표: 시청 중 발견을 탐색으로 연결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검색어를 고민하거나 사진을 저장하는 수고를 줄입니다.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대상과 문제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유튜브·인스타그램을 보는 일반 사용자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드는 옷·가방·신발·장난감 발견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지나간 장면을 다시 찾기 어려움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검색만으로 다른 상품이 나옴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제공하는 가치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위젯으로 필요한 순간에 선택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사진·짧은 이름·AI 설명 확인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상품과 장소에 대해 이어서 질문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상품과 판매처로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후 권한을 허용하면 시작 · 일반 사용자에게 API 키나 서버 설정을 요구하지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USER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사용 흐름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시청할 때는 작게, 분석과 대화가 필요할 때는 펼칩니다.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048256" cy="2880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963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7860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시작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원형 시작 버튼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공유·위젯 권한 허용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98064" y="2286000"/>
            <a:ext cx="2048256" cy="2880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80944" y="24963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0944" y="257860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8094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시청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80944" y="39776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유튜브·인스타그램 이동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위젯 유지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47488" y="2286000"/>
            <a:ext cx="2048256" cy="2880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24963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57860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036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선택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30368" y="39776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화면에서 상품 터치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장면은 목록에서 선택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96912" y="2286000"/>
            <a:ext cx="2048256" cy="2880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9792" y="24963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57860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7979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대화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79792" y="39776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상품·장소 분석 선택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확인 후 추가 질문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46336" y="2286000"/>
            <a:ext cx="2048256" cy="28803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24963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9216" y="257860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2921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검색·판매처 이동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29216" y="39776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 또는 쇼핑 검색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페이지에서 정보 확인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윤곽 인식이 느리면 “상품 영역 직접 선택”으로 챗봇 분석을 이어갈 수 있음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위젯은 지금의 상품, 큰 화면은 지금까지의 상품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 분석과 모두 분석의 역할을 분리합니다.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 상품 찾기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위젯에서 원하는 순간에 실행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상품을 클릭·터치해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상품의 사진·윤곽 확인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설명·Lens·쇼핑 검색으로 연결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분석·큰 화면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스캔을 일시정지하고 모은 장면 분석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지나간 상품도 목록에서 확인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사진·영상별 등장 기록 제공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상품 통합 후 스캔 계속하기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분석 대상은 지금까지 수집된 장면 · 위젯 이동·축소·숨김으로 시청 방해 최소화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PRODUCT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AI 챗봇: 선택 → 설명 → 추가 질문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Lens를 거치지 않고 챗봇에서 상품 분석을 시작할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분석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챗봇의 “상품 분석”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장면에서 원하는 상품 지정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Gemini가 종류·색상·판단 근거 설명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이름: 청바지 · 검은 가방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모바일에는 직접 영역 선택 경로 제공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질문과 쇼핑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“비슷한 상품을 어떻게 찾을까?”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“어떤 특징을 확인하면 좋을까?”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사진과 대화 맥락으로 답변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표시된 상품명 그대로 쇼핑 검색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불확실하면 임의 검색어 생성 억제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확인되지 않은 브랜드·모델·소재·가격·재고를 만들지 않도록 분석 지침 적용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PLACE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AI 챗봇: 보이는 단서로 후보 제시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풍경·거리·장소를 영상 장면으로 질문합니다.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분석 흐름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챗봇에서 “장소 분석”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영역만 확인해 전송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장소 분석해줘” 자동 질문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간판·건물·도로·풍경 단서 설명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필요한 단서와 위치 질문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결과와 확인 방법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있을 때 장소 후보 제공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후보를 지도 검색으로 연결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불충분하면 알 수 없다고 안내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GPS·촬영 위치는 전송하지 않음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주소·영업시간은 별도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상품·장소 분석은 하나의 CleanTouch AI 챗봇에서 선택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연결: 이미지 검색 + 같은 이름의 쇼핑 검색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키워드로 다른 상품이 검색되는 문제를 줄입니다.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Lens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상품 사진을 이미지 검색으로 전달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외형의 제품 탐색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저장·수동 업로드 단계 축소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PC에서는 Lens와 AI 인식 병행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서비스 오류 시 재시도 안내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쇼핑 검색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표시 이름과 검색어를 일치시킴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“보라색 광선검” → 같은 단어로 검색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숨겨진 소재·핏·종류를 임의 추가하지 않음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결과에서 판매 페이지로 이동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가격·재고·동일 상품 여부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판매처 탐색 지원 · 동일 상품 보장 또는 앱 내 자동 결제 기능은 아님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SCENES &amp; 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장면과 영상 등장 시간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경과 시간 대신 영상별 등장 시점을 보여주는 방향입니다.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수집과 목록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간격으로 영상 장면 수집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영상·소리 전체를 파일로 녹화하지 않음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분석은 수집한 장면까지 처리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사진과 반복 등장 기록을 함께 표시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짧게 지나간 상품의 누락 감소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보정과 영상 구분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시간·재생 상태를 읽어 보정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변경·일시정지·이동 인식 로직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확인되지 않은 시점은 추정으로 표시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영상의 기록은 유지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쇼츠·되감기·앱별 동작 추가 검증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읽은 시간과 시청 추정을 구분 · 모든 영상의 실제 재생 시간을 보장하지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구조: 기기 내 분석 + Gemini 대화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사용자는 앱만 설치하고, 운영자가 AI 연결을 관리합니다.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기기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3090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공유·위젯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수집·상품 목록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탐지·윤곽·시간 추정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모두 분석은 로컬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사진과 질문 전송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5112" y="21488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368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AI 중계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53712" y="3035808"/>
            <a:ext cx="3090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Netlify 함수로 연결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키는 서버에서 관리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크기·빈도 제한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 운영자 키 미포함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계정 사용량 합산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01584" y="2148840"/>
            <a:ext cx="354787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368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검색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30184" y="3035808"/>
            <a:ext cx="3090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Gemini: 상품·장소·대화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Lens: 비슷한 이미지 검색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쇼핑: 같은 상품명 검색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지도: 장소 후보 확인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대화와 외부 검색은 인터넷 필요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주소는 현재 같은 Wi-Fi에서 사용 · 설치 후 AI 챗봇은 인터넷 연결로 이용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WINDOWS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0.1.26: 챗봇 상품 분석 진입 추가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설치형·포터블 제공 · 실제 배포 파일의 챗봇 통합 테스트 통과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제공 기능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스캔·위젯·상품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분석·반복 상품 통합·시간 기록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챗봇에서 상품 / 장소 직접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분석은 Lens 실행 없이 진입 가능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설명·추가 질문·쇼핑 링크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동작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소스와 패키징된 앱 통합 검사 통과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선택 화면 진입 및 AI 결과 표시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 검색어와 표시 상품명 일치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이어가기·오류 재시도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파일의 운영자 키 미포함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변경: 장소 전용처럼 보이던 챗봇에 상품 분석 진입과 안내 추가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ANDROID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Android 0.4.8: 상품·장소 챗봇 함께 제공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사용성을 우선하며 자동 윤곽 인식에는 대체 경로를 마련했습니다.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버전의 개선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홈의 AI 챗봇 진입을 상품·장소로 변경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안에 상품 / 장소 버튼 추가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터치 선택과 직접 영역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사진으로 AI 설명·쇼핑 검색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버튼을 가리는 표시 문제 수정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14884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1D8"/>
          </a:solidFill>
          <a:ln w="12700">
            <a:solidFill>
              <a:srgbClr val="FFF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66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보완 범위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303580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공개 AI 호출 검증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선택 → 상품 결과 → 쇼핑 버튼 통과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상품·장소 전환 동작 확인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윤곽은 에뮬레이터 시간 초과 발생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A15 실기기 안정성 추가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API 키 불필요 · ARM APK 빌드 및 키 미포함 확인 · 자동 윤곽 완성으로 표현하지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구현과 검증 상태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구현된 기능과 추가 확인이 필요한 부분을 함께 관리합니다.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2514600" cy="448056"/>
          </a:xfrm>
          <a:prstGeom prst="roundRect">
            <a:avLst>
              <a:gd name="adj" fmla="val 24490"/>
            </a:avLst>
          </a:prstGeom>
          <a:solidFill>
            <a:srgbClr val="10242D"/>
          </a:solidFill>
          <a:ln w="12700">
            <a:solidFill>
              <a:srgbClr val="1024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2128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7832" y="2103120"/>
            <a:ext cx="3767328" cy="448056"/>
          </a:xfrm>
          <a:prstGeom prst="roundRect">
            <a:avLst>
              <a:gd name="adj" fmla="val 24490"/>
            </a:avLst>
          </a:prstGeom>
          <a:solidFill>
            <a:srgbClr val="10242D"/>
          </a:solidFill>
          <a:ln w="12700">
            <a:solidFill>
              <a:srgbClr val="1024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212848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41464" y="2103120"/>
            <a:ext cx="4443984" cy="448056"/>
          </a:xfrm>
          <a:prstGeom prst="roundRect">
            <a:avLst>
              <a:gd name="adj" fmla="val 24490"/>
            </a:avLst>
          </a:prstGeom>
          <a:solidFill>
            <a:srgbClr val="10242D"/>
          </a:solidFill>
          <a:ln w="12700">
            <a:solidFill>
              <a:srgbClr val="1024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2212848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검증·개선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651760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3405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위젯·현재/모두 분석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27832" y="2651760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73405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PC·Android 구현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1464" y="2651760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0336" y="2734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기기별 종료·복원·메모리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099816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8211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AI 챗봇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27832" y="3099816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18211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진입·대화·검색 구현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41464" y="3099816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정확도·낮은 신뢰도 처리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547872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3016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AI 챗봇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27832" y="3547872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36301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영역·후속 질문·지도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41464" y="3547872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3630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후보와 실제 주소 구분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3995928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07822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윤곽 추출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27832" y="3995928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407822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클릭·터치 추출 구현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41464" y="3995928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4078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처리 속도·정확도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4443984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5262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검색·구매 연결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27832" y="4443984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6704" y="45262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Lens·쇼핑 검색 연결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41464" y="4443984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 오류·판매처 이동 편의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6928" y="4892040"/>
            <a:ext cx="2514600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974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시간·중복 상품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27832" y="4892040"/>
            <a:ext cx="3767328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46704" y="497433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보정·등장 통합 로직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141464" y="4892040"/>
            <a:ext cx="4443984" cy="393192"/>
          </a:xfrm>
          <a:prstGeom prst="roundRect">
            <a:avLst>
              <a:gd name="adj" fmla="val 2790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0336" y="4974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쇼츠·되감기·다른 상품 구분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5779008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58613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완료와 모든 상품·기기에서의 안정적 동작은 구분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CLEANTOUCH  /  SERVICE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작업: 안정성 → 정확도 → 탐색 편의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기능 확대보다 실제 시청 흐름에서의 성공률을 우선합니다.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4710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기획서 + 구현 현황 기준  |  2026.10.06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12264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40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2494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안정성과 반응 속도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2677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A15의 종료·복원·메모리 확인, 윤곽 처리 지연 개선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29626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인식과 반복 통합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9809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상품명·선택 경계·다른 상품 구분 정확도 향상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66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연결 안정화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36941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Lens 오류 복구, AI 답변에서 판매처로 가는 단계 축소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79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7D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3891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운영과 영상 시간 검증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44074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사용량·서비스 실패 관리, 쇼츠·일시정지·되감기 확인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859536"/>
          </a:xfrm>
          <a:prstGeom prst="roundRect">
            <a:avLst>
              <a:gd name="adj" fmla="val 12766"/>
            </a:avLst>
          </a:prstGeom>
          <a:solidFill>
            <a:srgbClr val="10242D"/>
          </a:solidFill>
          <a:ln w="12700">
            <a:solidFill>
              <a:srgbClr val="1024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5404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DF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목표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70632" y="54132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보다가 선택 한 번으로, 원하는 상품과 장소를 더 쉽게 찾기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CleanTouch 서비스 기획서</dc:title>
  <dc:subject>기획·구현 현황·개선 우선순위</dc:subject>
  <dc:creator>CleanTouch</dc:creator>
  <cp:lastModifiedBy>CleanTouch</cp:lastModifiedBy>
  <cp:revision>1</cp:revision>
  <dcterms:created xsi:type="dcterms:W3CDTF">2026-10-06T05:45:22Z</dcterms:created>
  <dcterms:modified xsi:type="dcterms:W3CDTF">2026-10-06T05:45:22Z</dcterms:modified>
</cp:coreProperties>
</file>